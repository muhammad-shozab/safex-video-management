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02A68"/>
                </a:solidFill>
                <a:latin typeface="Calibri"/>
              </a:rPr>
              <a:t>PROJECT 1  / 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SafeX Educational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8C8C8"/>
                </a:solidFill>
                <a:latin typeface="Calibri"/>
              </a:rPr>
              <a:t>Video Management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146304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Calibri"/>
              </a:rPr>
              <a:t>Search  /  Review  /  Publish  /  Edit  /  Delete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Group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React  +  ASP.NET Core Web API  +  SQL Server  +  YouTube Data API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Admins need one place to curate safe, educational videos.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the module has to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Search YouTube by keyword and preview results in an admin panel.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Check educational quality, language, copyright, and category before it goes live.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Route the video to Kids or General audience with the right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Edit metadata, soft delete to Trash, restore, or permanently remove.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Three tiers, one clean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React + Vite + TypeScript. Sidebar shell, dark and light theme, glass surfaces.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ASP.NET Core 8 Web API with EF Core. Controllers, Services, Repositories.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SQL Server (Express). Categories and Videos tables with soft delete columns.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External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YouTube Data API v3. API key stays server side, never in the browser.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5212080" cy="4023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2A68"/>
                </a:solidFill>
                <a:latin typeface="Calibri"/>
              </a:rPr>
              <a:t>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85292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743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Id (int, 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35584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246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Name (nvarchar 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85876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749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Seeded with 7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57400"/>
            <a:ext cx="5212080" cy="4023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2A68"/>
                </a:solidFill>
                <a:latin typeface="Calibri"/>
              </a:rPr>
              <a:t>Videos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85292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743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Id, YouTubeId, 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35584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46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ChannelTitle, Duration, 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5876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749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Audience (Kids or General)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436168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251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Status (pending, under_review, approved, published, rejected)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86460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7548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CategoryId FK, ReviewNotes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536752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5257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IsDeleted, DeletedAt, PublishedAt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Search to Publish in five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Admin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1.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Type a query, YouTube returns thumbnails, titles, duration, and 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2. Send to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Video is saved to SQL Server with status under_review.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3.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Admin checks quality, copyright, adds notes, and approves or rejects.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4. 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Pick Kids or General plus a category. Status becomes published.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8640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5. 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4243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Edit, soft delete to Trash, restore, or permanently delete.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YouTube API and Quota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Cost, limits, and how we protect the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Quota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2423160" cy="3200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242316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874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1874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Daily free quota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377440"/>
            <a:ext cx="2423160" cy="3200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377440"/>
            <a:ext cx="242316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743200"/>
            <a:ext cx="1874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206240"/>
            <a:ext cx="1874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Units per search.list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2423160" cy="3200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377440"/>
            <a:ext cx="242316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1874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1874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Unit per videos.list 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377440"/>
            <a:ext cx="2423160" cy="3200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377440"/>
            <a:ext cx="242316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743200"/>
            <a:ext cx="1874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~99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206240"/>
            <a:ext cx="1874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Searches per day before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Security and cost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Server side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YOUTUBE_API_KEY lives in appsettings on the API. Browser never sees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Batched detail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One videos.list per page saves 99 percent of quota vs per video calls.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Input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Query length and page size validated before the API is hit.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Graceful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403 quotaExceeded surfaces as a toast, not a crash.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UI and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Editorial noir. Glass surfaces. Sharp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Design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Black and charcoal canvas with a single plum accent. No gradients.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Dark and light toggle in the topbar, persisted per user.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Fixed sidebar on desktop, off canvas drawer on tablet and mobile.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Subtle hover lifts and focus rings only. Nothing distracting.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Team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Built to plug into the rest of Group 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other modules can rely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5212080" cy="4023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2A68"/>
                </a:solidFill>
                <a:latin typeface="Calibri"/>
              </a:rPr>
              <a:t>We expose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85292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743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GET /api/videos?status=published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35584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246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GET /api/videos/{id}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85876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749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GET /api/categories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436168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251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Status enum shared across all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86460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548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AuthContext stub ready for real 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057400"/>
            <a:ext cx="5212080" cy="4023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2A68"/>
                </a:solidFill>
                <a:latin typeface="Calibri"/>
              </a:rPr>
              <a:t>We consume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85292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743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Auth: has_role() from Auth module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35584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246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Categories: shared taxonomy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85876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749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Recommendations: writes to videos with status pending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361688"/>
            <a:ext cx="73152" cy="7315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251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Kids Panel: reads audience = Kids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Live walkthrough of the full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you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Query YouTube, preview a result, send to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Review and 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Approve with notes, choose Kids and a category, publish.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Change title and description, save.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Delete and 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Soft delete to Trash, restore, then permanent delete.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A02A68"/>
                </a:solidFill>
                <a:latin typeface="Calibr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37560"/>
            <a:ext cx="73152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Auth, caching, and public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4572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02A68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Plan for week 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97280" cy="27432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Auth wiring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Replace the AuthContext stub with the real login from the Auth teammate.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Search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Cache YouTube results in SQL for 15 minutes to save quota.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Public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Kids Zone and General Library read from status = published.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C8C8"/>
                </a:solidFill>
                <a:latin typeface="Calibri"/>
              </a:rPr>
              <a:t>Unit tests on the review and publish logic, plus an API smoke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463040" cy="36576"/>
          </a:xfrm>
          <a:prstGeom prst="rect">
            <a:avLst/>
          </a:prstGeom>
          <a:solidFill>
            <a:srgbClr val="A0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Questions and feedback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SafeX Video Management  |  Group 22  | 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SafeX  |  Video Management  |  Group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